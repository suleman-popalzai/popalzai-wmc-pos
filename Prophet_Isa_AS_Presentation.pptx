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Prophet Isa (Jesus) عليه السلام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9933"/>
                </a:solidFill>
              </a:defRPr>
            </a:pPr>
            <a:r>
              <a:t>Eine umfassende Betrachtung aus islamischer Perspektive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Inhaltsverzeichnis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1. Einleitung und Bedeutung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2. Geburt und Wunder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3. Prophetentum und Botschaft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4. Wunder und Zeichen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5. Die Kreuzigung im Islam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6. Isa (AS) im Quran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7. Rückkehr und Endzeit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8. Zusammenfassung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Einleitung und Bedeutung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Prophet Isa (AS) ist einer der bedeutendsten Propheten im Islam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Im Quran wird er 25 Mal namentlich erwähnt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Er wird als 'Masih' (Messias) bezeichnet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Einer der fünf Ulul-Azm Propheten (Propheten mit großer Entschlossenheit)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Seine Mutter Maryam (Maria) ist die einzige Frau, die im Quran namentlich erwähnt wird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Eine ganze Sure (Sure 19) ist nach seiner Mutter benannt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Die wundersame Geburt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Maryam (AS) empfing Isa durch Allahs Wort 'Kun' (Sei!)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Geburt ohne Vater - ein Zeichen Allahs Allmacht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Maryam zog sich während der Schwangerschaft zurück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Geburt unter einer Dattelpalme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Das Wunder: Isa (AS) sprach als Neugeborenes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verteidigte die Ehre seiner Mutter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500" i="1">
                <a:solidFill>
                  <a:srgbClr val="CC9933"/>
                </a:solidFill>
              </a:defRPr>
            </a:pPr>
            <a:r>
              <a:t>Quran (19:30-31): 'Er sprach: Ich bin wahrlich Allahs Diener; Er hat mir die Schrift gegeben und mich zu einem Propheten gemacht.'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Prophetentum und Botschaft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6666"/>
                </a:solidFill>
              </a:defRPr>
            </a:pPr>
            <a:r>
              <a:t>Kernbotschaften: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Tawhid - Der Glaube an den Einen Gott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Aufruf zur Anbetung Allahs allein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Bestätigung der Tora und Bringung des Injil (Evangelium)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Verkündigung ethischer und moralischer Werte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Gerechtigkeit, Barmherzigkeit und Mitgefühl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500" i="1">
                <a:solidFill>
                  <a:srgbClr val="CC9933"/>
                </a:solidFill>
              </a:defRPr>
            </a:pPr>
            <a:r>
              <a:t>Quran (3:49-50): 'Und als Gesandter zu den Kindern Israels: Ich bin mit einem Zeichen von eurem Herrn zu euch gekommen...'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Wunder und Zeichen (Mu'jizat)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6666"/>
                </a:solidFill>
              </a:defRPr>
            </a:pPr>
            <a:r>
              <a:t>Allah gab Isa (AS) außergewöhnliche Wunder: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Heilung von Blinden und Aussätzigen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Erweckung der Toten mit Allahs Erlaubnis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Erschaffung eines Vogels aus Lehm, der lebendig wurde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Wissen über verborgene Dinge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Herabsendung eines Tisches vom Himmel (Ma'ida)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 i="1">
                <a:solidFill>
                  <a:srgbClr val="CC9933"/>
                </a:solidFill>
              </a:defRPr>
            </a:pPr>
            <a:r>
              <a:t>Wichtig: Alle Wunder geschahen durch Allahs Willen und Erlaubnis, nicht durch eigene Macht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Die Kreuzigung im Islam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6666"/>
                </a:solidFill>
              </a:defRPr>
            </a:pPr>
            <a:r>
              <a:t>Islamische Sichtweise: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Isa (AS) wurde NICHT gekreuzigt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Allah rettete ihn vor seinen Feinden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Jemand anderes wurde ihm ähnlich gemacht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wurde zu Allah erhoben (Himmelfahrt)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500" i="1">
                <a:solidFill>
                  <a:srgbClr val="CC9933"/>
                </a:solidFill>
              </a:defRPr>
            </a:pPr>
            <a:r>
              <a:t>Quran (4:157-158): 'Sie haben ihn aber nicht getötet und nicht gekreuzigt, sondern es erschien ihnen so... Vielmehr hat Allah ihn zu Sich erhoben.'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006666"/>
                </a:solidFill>
              </a:defRPr>
            </a:pPr>
            <a:r>
              <a:t>Dies ist ein fundamentaler Unterschied zum christlichen Glauben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Isa (AS) im Heiligen Quran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6666"/>
                </a:solidFill>
              </a:defRPr>
            </a:pPr>
            <a:r>
              <a:t>Titel und Bezeichnungen im Quran: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Al-Masih (Der Messias)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Ibn Maryam (Sohn der Maria)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Rasulullah (Gesandter Allahs)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Kalimatullah (Wort Allahs)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Ruhun minhu (Geist von Ihm)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Wajihan fid-dunya wal-akhira (Angesehen in dieser Welt und im Jenseits)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6666"/>
                </a:solidFill>
              </a:defRPr>
            </a:pPr>
            <a:r>
              <a:t>Wichtige Suren: Al-Imran (3), An-Nisa (4), Al-Ma'ida (5), Maryam (19)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Die Rückkehr von Isa (AS)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6666"/>
                </a:solidFill>
              </a:defRPr>
            </a:pPr>
            <a:r>
              <a:t>Zeichen der Endzeit: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Isa (AS) wird vor dem Jüngsten Tag zur Erde zurückkehren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wird als gerechter Richter erscheinen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wird den Dajjal (Antichristen) besiegen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wird nach der Scharia des Propheten Muhammad ﷺ urteilen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wird heiraten und Kinder haben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Er wird sterben und begraben werden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 i="1">
                <a:solidFill>
                  <a:srgbClr val="CC9933"/>
                </a:solidFill>
              </a:defRPr>
            </a:pPr>
            <a:r>
              <a:t>Seine Rückkehr ist ein großes Zeichen für das Ende der Zeit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 b="1">
                <a:solidFill>
                  <a:srgbClr val="006666"/>
                </a:solidFill>
              </a:defRPr>
            </a:pPr>
            <a:r>
              <a:t>Kernpunkte: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✓ Isa (AS) ist ein hochverehrter Prophet im Islam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✓ Seine wundersame Geburt zeigt Allahs Allmacht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✓ Er brachte die Botschaft des Tawhid (Monotheismus)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✓ Er wurde nicht gekreuzigt, sondern zu Allah erhoben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✓ Er wird am Ende der Zeit zurückkehren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✓ Muslime lieben und respektieren ihn zutiefst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600" i="1">
                <a:solidFill>
                  <a:srgbClr val="CC9933"/>
                </a:solidFill>
              </a:defRPr>
            </a:pPr>
            <a:r>
              <a:t>Der Glaube an alle Propheten, einschließlich Isa (AS), ist ein fundamentaler Bestandteil des islamischen Glaubens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Vielen Dank für Ihre Aufmerksamkeit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C9933"/>
                </a:solidFill>
              </a:defRPr>
            </a:pPr>
            <a:r>
              <a:t>صلى الله عليه وسلم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